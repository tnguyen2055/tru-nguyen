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bold.fntdata"/><Relationship Id="rId22" Type="http://schemas.openxmlformats.org/officeDocument/2006/relationships/font" Target="fonts/ArimoSemiBold-boldItalic.fntdata"/><Relationship Id="rId21" Type="http://schemas.openxmlformats.org/officeDocument/2006/relationships/font" Target="fonts/ArimoSemiBold-italic.fntdata"/><Relationship Id="rId24" Type="http://schemas.openxmlformats.org/officeDocument/2006/relationships/font" Target="fonts/ArimoMedium-bold.fntdata"/><Relationship Id="rId23" Type="http://schemas.openxmlformats.org/officeDocument/2006/relationships/font" Target="fonts/Arim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imoMedium-boldItalic.fntdata"/><Relationship Id="rId25" Type="http://schemas.openxmlformats.org/officeDocument/2006/relationships/font" Target="fonts/Arimo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rimo-regular.fntdata"/><Relationship Id="rId14" Type="http://schemas.openxmlformats.org/officeDocument/2006/relationships/slide" Target="slides/slide8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19" Type="http://schemas.openxmlformats.org/officeDocument/2006/relationships/font" Target="fonts/ArimoSemiBold-regular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10795f4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10795f4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10795f463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10795f463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10795f463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10795f463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10795f463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10795f46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10795f46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10795f46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10795f463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10795f46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10795f463_1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10795f463_1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10795f463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10795f463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821000" y="4044275"/>
            <a:ext cx="58593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Zaki Mir, Tru </a:t>
            </a:r>
            <a:r>
              <a:rPr lang="en" sz="1200"/>
              <a:t>Nguyen, Ajay Doppalapudi, Bryan Perez</a:t>
            </a:r>
            <a:endParaRPr sz="1200"/>
          </a:p>
        </p:txBody>
      </p:sp>
      <p:sp>
        <p:nvSpPr>
          <p:cNvPr id="398" name="Google Shape;398;p56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99" name="Google Shape;399;p56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400" name="Google Shape;400;p56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01" name="Google Shape;401;p56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Simon Says What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277500" y="82900"/>
            <a:ext cx="4766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 </a:t>
            </a:r>
            <a:endParaRPr/>
          </a:p>
        </p:txBody>
      </p:sp>
      <p:pic>
        <p:nvPicPr>
          <p:cNvPr id="407" name="Google Shape;40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275" y="683325"/>
            <a:ext cx="5802524" cy="429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4676" y="486600"/>
            <a:ext cx="1584875" cy="40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Comparator</a:t>
            </a:r>
            <a:endParaRPr/>
          </a:p>
        </p:txBody>
      </p:sp>
      <p:pic>
        <p:nvPicPr>
          <p:cNvPr id="414" name="Google Shape;414;p58"/>
          <p:cNvPicPr preferRelativeResize="0"/>
          <p:nvPr/>
        </p:nvPicPr>
        <p:blipFill rotWithShape="1">
          <a:blip r:embed="rId3">
            <a:alphaModFix/>
          </a:blip>
          <a:srcRect b="13521" l="0" r="17225" t="46748"/>
          <a:stretch/>
        </p:blipFill>
        <p:spPr>
          <a:xfrm>
            <a:off x="311700" y="1052950"/>
            <a:ext cx="6208700" cy="220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/>
          <p:nvPr>
            <p:ph type="title"/>
          </p:nvPr>
        </p:nvSpPr>
        <p:spPr>
          <a:xfrm>
            <a:off x="311700" y="445025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Controller</a:t>
            </a:r>
            <a:endParaRPr/>
          </a:p>
        </p:txBody>
      </p:sp>
      <p:pic>
        <p:nvPicPr>
          <p:cNvPr id="420" name="Google Shape;42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325" y="1023550"/>
            <a:ext cx="5804427" cy="38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type="title"/>
          </p:nvPr>
        </p:nvSpPr>
        <p:spPr>
          <a:xfrm>
            <a:off x="311700" y="238100"/>
            <a:ext cx="85206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Authentication &amp; scoreRAM</a:t>
            </a:r>
            <a:endParaRPr sz="2500"/>
          </a:p>
        </p:txBody>
      </p:sp>
      <p:pic>
        <p:nvPicPr>
          <p:cNvPr id="426" name="Google Shape;42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62" y="811725"/>
            <a:ext cx="8445274" cy="383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/>
          <p:nvPr>
            <p:ph type="title"/>
          </p:nvPr>
        </p:nvSpPr>
        <p:spPr>
          <a:xfrm>
            <a:off x="311700" y="445025"/>
            <a:ext cx="85206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RNG </a:t>
            </a:r>
            <a:endParaRPr sz="2500"/>
          </a:p>
        </p:txBody>
      </p:sp>
      <p:sp>
        <p:nvSpPr>
          <p:cNvPr id="432" name="Google Shape;432;p61"/>
          <p:cNvSpPr txBox="1"/>
          <p:nvPr>
            <p:ph idx="1" type="body"/>
          </p:nvPr>
        </p:nvSpPr>
        <p:spPr>
          <a:xfrm>
            <a:off x="235500" y="902100"/>
            <a:ext cx="8832300" cy="36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RNG module is responsible for generating pseudo-random hexadecimal sequences used during gameplay. These random values create the memory pattern that the player must reproduce.</a:t>
            </a:r>
            <a:r>
              <a:rPr lang="en"/>
              <a:t> </a:t>
            </a:r>
            <a:endParaRPr/>
          </a:p>
        </p:txBody>
      </p:sp>
      <p:pic>
        <p:nvPicPr>
          <p:cNvPr id="433" name="Google Shape;4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25" y="1453875"/>
            <a:ext cx="5138076" cy="25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4450" y="1433725"/>
            <a:ext cx="3222051" cy="189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2"/>
          <p:cNvSpPr txBox="1"/>
          <p:nvPr>
            <p:ph type="title"/>
          </p:nvPr>
        </p:nvSpPr>
        <p:spPr>
          <a:xfrm>
            <a:off x="277500" y="445025"/>
            <a:ext cx="85548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ScoreTracker</a:t>
            </a:r>
            <a:endParaRPr sz="2500"/>
          </a:p>
        </p:txBody>
      </p:sp>
      <p:sp>
        <p:nvSpPr>
          <p:cNvPr id="440" name="Google Shape;440;p62"/>
          <p:cNvSpPr txBox="1"/>
          <p:nvPr>
            <p:ph idx="1" type="body"/>
          </p:nvPr>
        </p:nvSpPr>
        <p:spPr>
          <a:xfrm>
            <a:off x="186475" y="1152475"/>
            <a:ext cx="8645700" cy="35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Score Tracker module maintains the player’s running score during gameplay.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Whenever pulse becomes HIGH, the module increments the score. • The added value depends on the difficulty multiplier. • soft_rst clears the score at the beginning of a new round. • Score saturates at 255 to prevent overflow.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00" y="2066587"/>
            <a:ext cx="5138076" cy="25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5125" y="2066588"/>
            <a:ext cx="3400301" cy="22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type="title"/>
          </p:nvPr>
        </p:nvSpPr>
        <p:spPr>
          <a:xfrm>
            <a:off x="625375" y="2731850"/>
            <a:ext cx="53805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Dr. Chen!</a:t>
            </a:r>
            <a:endParaRPr/>
          </a:p>
        </p:txBody>
      </p:sp>
      <p:sp>
        <p:nvSpPr>
          <p:cNvPr id="448" name="Google Shape;448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